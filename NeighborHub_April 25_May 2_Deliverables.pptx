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63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NeighborHub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7D2FE"/>
                </a:solidFill>
              </a:rPr>
              <a:t>IT Elective 2  -  Task 4 &amp; Task 5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5B4FC"/>
                </a:solidFill>
              </a:rPr>
              <a:t>Database Integration &amp; Complex Transactions  |  Reporting &amp; Data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5B4FC"/>
                </a:solidFill>
              </a:rPr>
              <a:t>April 25, 2026  &amp;  May 2,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Local Community Marketplace and Service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Task 4: Database Integration &amp; Complex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</a:rPr>
              <a:t>Due: April 25,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</a:rPr>
              <a:t>NeighborHub  -  IT Elective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Objective: Demonstrate relational database design and multi-entity operations.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031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265176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1305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FK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606040"/>
            <a:ext cx="2423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11 tables fully linked with ON DELETE CASCADE / RESTRICT / SET NULL constraints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1031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2103120"/>
            <a:ext cx="265176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21305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JOIN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606040"/>
            <a:ext cx="2423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INNER JOIN and LEFT JOIN across up to 5 tables in listings, orders, and messages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031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65176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59" y="21305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DB Transactions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606040"/>
            <a:ext cx="2423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BEGIN / COMMIT / ROLLBACK wrapping multi-table writes in 3 critical operations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1031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20" y="2103120"/>
            <a:ext cx="265176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60" y="21305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Data 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2606040"/>
            <a:ext cx="2423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Atomic operations ensure no partial inserts - rollback on any 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217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Status: All Task 4 deliverables implemented and verified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Database Schema - Foreign Keys &amp;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</a:rPr>
              <a:t>Task 4 Deliverable 1: database/schema.sql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</a:rPr>
              <a:t>NeighborHub  -  IT Elective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11 tables with full relational integrity constraints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65960"/>
            <a:ext cx="365760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931920" y="1965960"/>
            <a:ext cx="457200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03920" y="1965960"/>
            <a:ext cx="338328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201167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2011679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Foreign Key 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0116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Behavior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86000"/>
            <a:ext cx="36576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31920" y="2286000"/>
            <a:ext cx="45720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03920" y="2286000"/>
            <a:ext cx="338328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" y="23317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listings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5072" y="233172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user_id -&gt; users(id)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3317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ON DELETE CASCADE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3657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931920" y="2560320"/>
            <a:ext cx="4572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03920" y="2560320"/>
            <a:ext cx="3383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06039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listings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2606039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category_id -&gt; categories(id)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260603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9E0B"/>
                </a:solidFill>
              </a:rPr>
              <a:t>ON DELETE RESTRICT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34640"/>
            <a:ext cx="36576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931920" y="2834640"/>
            <a:ext cx="45720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503920" y="2834640"/>
            <a:ext cx="338328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" y="28803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listing_images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5072" y="288036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listing_id -&gt; listings(id)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072" y="28803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ON DELETE CASCADE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08960"/>
            <a:ext cx="3657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31920" y="3108960"/>
            <a:ext cx="4572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503920" y="3108960"/>
            <a:ext cx="3383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7472" y="3154679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reviews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05072" y="3154679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reviewer_id / seller_id -&gt; 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7072" y="315467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ON DELETE CASCADE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383280"/>
            <a:ext cx="36576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931920" y="3383280"/>
            <a:ext cx="45720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503920" y="3383280"/>
            <a:ext cx="338328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34290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reviews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05072" y="34290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listing_id -&gt; listings(id)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77072" y="34290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ON DELETE SET NULL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657600"/>
            <a:ext cx="3657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931920" y="3657600"/>
            <a:ext cx="4572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503920" y="3657600"/>
            <a:ext cx="3383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" y="37033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conversations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05072" y="370332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listing_id -&gt; listings(id)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77072" y="37033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ON DELETE SET NULL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931920"/>
            <a:ext cx="36576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931920" y="3931920"/>
            <a:ext cx="45720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503920" y="3931920"/>
            <a:ext cx="338328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7472" y="3977639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conversation_participants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05072" y="3977639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conversation_id -&gt; conversations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77072" y="397763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ON DELETE CASCADE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4206240"/>
            <a:ext cx="3657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931920" y="4206240"/>
            <a:ext cx="4572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503920" y="4206240"/>
            <a:ext cx="3383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4251959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messages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05072" y="4251959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conversation_id, sender_id -&gt; ...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77072" y="425195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ON DELETE CASCADE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480560"/>
            <a:ext cx="36576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931920" y="4480560"/>
            <a:ext cx="45720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503920" y="4480560"/>
            <a:ext cx="338328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47472" y="45262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orders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05072" y="452628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buyer_id, seller_id -&gt; users(id)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77072" y="45262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ON DELETE CASCADE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754879"/>
            <a:ext cx="3657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931920" y="4754879"/>
            <a:ext cx="4572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503920" y="4754879"/>
            <a:ext cx="3383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47472" y="4800599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orders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05072" y="4800599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listing_id -&gt; listings(id)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77072" y="480059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9E0B"/>
                </a:solidFill>
              </a:rPr>
              <a:t>ON DELETE RESTRICT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5029200"/>
            <a:ext cx="36576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931920" y="5029200"/>
            <a:ext cx="45720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503920" y="5029200"/>
            <a:ext cx="338328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47472" y="5074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notifications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05072" y="507492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user_id -&gt; users(id)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77072" y="5074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ON DELETE CASCADE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5303520"/>
            <a:ext cx="3657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931920" y="5303520"/>
            <a:ext cx="4572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503920" y="5303520"/>
            <a:ext cx="3383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47472" y="5349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saved_listings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05072" y="534924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user_id, listing_id -&gt; ...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77072" y="53492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ON DELETE CASCADE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5577840"/>
            <a:ext cx="36576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931920" y="5577840"/>
            <a:ext cx="45720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503920" y="5577840"/>
            <a:ext cx="338328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47472" y="5623559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categories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05072" y="5623559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parent_id -&gt; categories(id)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77072" y="562355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Self-referential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JOIN Queries - Multi-Table Data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</a:rPr>
              <a:t>Task 4 Deliverable 2: INNER JOIN and LEFT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</a:rPr>
              <a:t>NeighborHub  -  IT Elective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Complex JOIN queries power every major feature of NeighborHub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557784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2066544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5-Table JOIN - Messages (messageController.js)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688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conversations -&gt; conversation_participants (x2)
-&gt; users -&gt; listings
Finds the other participant + listing context in one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557784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2066544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4-Table JOIN - Listings (listingController.js)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listings -&gt; categories (INNER)
-&gt; users (INNER)
-&gt; reviews (LEFT JOIN with AVG + COUNT)
Used by getAllListings, getListingById, getMyListings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4206240"/>
            <a:ext cx="557784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4261103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3-Table JOIN - Orders (orderController.js)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6634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orders -&gt; listings (JOIN)
-&gt; users (JOIN for buyer/seller name)
Powers both the buying and selling order views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20624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4206240"/>
            <a:ext cx="557784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8" y="4261103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4-Table JOIN - Saved (savedController.js)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6634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saved_listings -&gt; listings
-&gt; categories -&gt; users
Returns full listing + seller details for bookmarked items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Database Transactions - BEGIN / COMMIT / ROLLBACK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</a:rPr>
              <a:t>Task 4 Deliverables 3 &amp;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</a:rPr>
              <a:t>NeighborHub  -  IT Elective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Three critical multi-table operations are now fully atomic - any failure triggers a complete rollback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011680"/>
            <a:ext cx="3749039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2011680"/>
            <a:ext cx="3749039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2039112"/>
            <a:ext cx="3529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Order Creation
orderController.js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347472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6207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INSERT INTO orders
(buyer, seller, listing, qty, price)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11880"/>
            <a:ext cx="347472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6791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INSERT INTO notifications
(seller gets new-order alert)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09160"/>
            <a:ext cx="3474720" cy="1554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Guarantee: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834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If notification fails, the order
row is also rolled back - no
orphaned orders in the database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011680"/>
            <a:ext cx="3749039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06240" y="2011680"/>
            <a:ext cx="3749039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15968" y="2039112"/>
            <a:ext cx="3529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Listing Creation
listingController.js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606040"/>
            <a:ext cx="347472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26517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Step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86207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INSERT INTO listings
(title, price, category, type...)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611880"/>
            <a:ext cx="347472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0" y="365760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Step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86791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INSERT INTO listing_images
(one row per uploaded image)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709160"/>
            <a:ext cx="3474720" cy="1554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4840" y="4754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Guarantee: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9834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If any image insert fails, the
listing row is also removed - no
listings without their images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2011680"/>
            <a:ext cx="3749039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83879" y="2011680"/>
            <a:ext cx="3749039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93607" y="2039112"/>
            <a:ext cx="3529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Review Submission
reviewController.js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2606040"/>
            <a:ext cx="347472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0" y="26517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Step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86207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INSERT INTO reviews
(reviewer, seller, rating, comment)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3611880"/>
            <a:ext cx="347472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0" y="365760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Step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86791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INSERT INTO notifications
(seller gets review alert)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4709160"/>
            <a:ext cx="3474720" cy="1554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4754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Guarantee: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9834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Review and notification are
always created together - never
one without the other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Task 5: Reporting and Data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</a:rPr>
              <a:t>Due: May 2,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</a:rPr>
              <a:t>NeighborHub  -  IT Elective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Objective: Enable data-driven insights from the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5669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566928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206654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Analytics 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688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Line chart: Orders over 30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163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Line chart: New users over 30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16382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Pie chart: Orders by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51129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Bar chart: Listings by category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011680"/>
            <a:ext cx="5669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2011680"/>
            <a:ext cx="566928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206654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Summary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Total platform revenue (PHP)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8163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Top 5 sellers by completed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6382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KPI cards: users, listings, 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51129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Quick stats: verified users, admins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206240"/>
            <a:ext cx="5669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4206240"/>
            <a:ext cx="566928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4261103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Transaction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466344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Full orders table with buyer/seller/listing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50109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Filter by status (6 statuses)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5358383"/>
            <a:ext cx="5394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111827"/>
                </a:solidFill>
              </a:rPr>
              <a:t>  Export to CSV </a:t>
            </a:r>
            <a:r>
              <a:rPr lang="en-US" sz="1100" dirty="0">
                <a:solidFill>
                  <a:srgbClr val="111827"/>
                </a:solidFill>
              </a:rPr>
              <a:t>or PDF </a:t>
            </a:r>
            <a:r>
              <a:rPr sz="1100" b="0" dirty="0">
                <a:solidFill>
                  <a:srgbClr val="111827"/>
                </a:solidFill>
              </a:rPr>
              <a:t>with one click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57058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JOIN across orders + users + listings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206240"/>
            <a:ext cx="5669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206240"/>
            <a:ext cx="566928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27648" y="4261103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User Activity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66344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Per-user: listings posted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0109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Per-user: orders placed &amp; received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358383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Per-user: messages sent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7058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Registration date, verified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Admin Analytics - Charts &amp; Graphs (Recharts)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</a:rPr>
              <a:t>Task 5: src/pages/AdminDashboard.jsx - Analytics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</a:rPr>
              <a:t>NeighborHub  -  IT Elective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Orders Over 30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2468880"/>
            <a:ext cx="100584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2487168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Line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7889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Tracks daily order volume across the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201168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New Users Over 30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468880"/>
            <a:ext cx="100584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5112" y="2487168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Line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7889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Monitors daily user registrations and growth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01168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Orders by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2468880"/>
            <a:ext cx="100584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1312" y="2487168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Pie Chart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7889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Visual breakdown: pending to completed to cancelled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11480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79" y="4206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Listings by Category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79" y="4572000"/>
            <a:ext cx="100584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" y="4590288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Bar 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8920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Top 8 categories by number of active listings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411480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0" y="4206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Revenue Summary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4572000"/>
            <a:ext cx="100584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4590288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Stat 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8920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Total PHP revenue from all completed orders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411480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83880" y="4206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Top 5 Sellers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4572000"/>
            <a:ext cx="100584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Ranked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48920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Sellers ranked by revenue from completed orders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Admin Reports - Transaction History &amp; User Activity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</a:rPr>
              <a:t>Task 5: Reporting from database with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</a:rPr>
              <a:t>NeighborHub  -  IT Elective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557784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591056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Transaction History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JOIN query across 3 tables: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317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orders JOIN listings JOIN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060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(buyer + seller in same query)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803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31546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Columns shown in table: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290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Order ID, Listing Title, Buyer,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033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Seller, Qty, Total Price, Status,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97763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42519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Filter dropdown by status: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52627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pending, confirmed, in_progress,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006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completed, cancelled, refunded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0749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53492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111827"/>
                </a:solidFill>
              </a:rPr>
              <a:t>Export CSV</a:t>
            </a:r>
            <a:r>
              <a:rPr lang="en-US" sz="1000" b="0" dirty="0">
                <a:solidFill>
                  <a:srgbClr val="111827"/>
                </a:solidFill>
              </a:rPr>
              <a:t> or PDF</a:t>
            </a:r>
            <a:r>
              <a:rPr sz="1000" b="0" dirty="0">
                <a:solidFill>
                  <a:srgbClr val="111827"/>
                </a:solidFill>
              </a:rPr>
              <a:t> button - downloads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6235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6B7280"/>
                </a:solidFill>
              </a:rPr>
              <a:t>  current filter results as .csv</a:t>
            </a:r>
            <a:r>
              <a:rPr lang="en-US" sz="1000" b="0" dirty="0">
                <a:solidFill>
                  <a:srgbClr val="6B7280"/>
                </a:solidFill>
              </a:rPr>
              <a:t> or .pdf</a:t>
            </a:r>
            <a:endParaRPr sz="1000" b="0" dirty="0">
              <a:solidFill>
                <a:srgbClr val="6B728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1480" y="58978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61722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</a:rPr>
              <a:t>Backend: GET /api/admin/orders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5544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1554480"/>
            <a:ext cx="557784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1591056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User Activity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0574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Subquery aggregations per user: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3317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COUNT(*) FROM listings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6060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COUNT(*) FROM orders (buyer)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8803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COUNT(*) FROM orders (seller)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1546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COUNT(*) FROM messages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4290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37033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Columns shown in table: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97763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Name, Email, Role, Verified,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2519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Listings Posted, Orders Placed,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52627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Orders Received, Messages Sent,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8006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Registration 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0749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53492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Helps identify active users,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6235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power sellers, new signups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8978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46520" y="61722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</a:rPr>
              <a:t>Backend: GET /api/admin/user-activity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Deliverables Checklist - Tasks 4 &amp;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</a:rPr>
              <a:t>Complete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</a:rPr>
              <a:t>NeighborHub  -  IT Elective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557784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5910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Task 4 - Database Transactions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05740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2140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214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Transactions: orders + notifications (atomic)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269748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761487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6148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Transactions: listings + listing_images (atomic)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333756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40156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015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Transactions: reviews + notifications (atomic)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79" y="3977639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0416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Foreign keys &amp; relationships (11 tables)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79" y="461772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681727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68172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JOIN queries - INNER JOIN and LEFT JOIN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79" y="525780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532180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3218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Data consistency &amp; integrity (ROLLBACK)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5544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1554480"/>
            <a:ext cx="557784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15910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Task 5 - Reporting &amp; Visualization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205740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212140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1214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Summary reports (revenue, top sellers, KPIs)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269748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2761487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276148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Transaction history with filter by status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333756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340156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4015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User activity logs (listings, orders, messages)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977639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404164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40416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Line charts - orders &amp; users over 30 days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461772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46520" y="4681727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468172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Pie chart - orders by status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525780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46520" y="532180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53218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Bar chart - listings by category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5897879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46520" y="596188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5961888"/>
            <a:ext cx="4389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111827"/>
                </a:solidFill>
              </a:rPr>
              <a:t>CSV </a:t>
            </a:r>
            <a:r>
              <a:rPr lang="en-US" sz="1000" b="0" dirty="0">
                <a:solidFill>
                  <a:srgbClr val="111827"/>
                </a:solidFill>
              </a:rPr>
              <a:t>or PDF </a:t>
            </a:r>
            <a:r>
              <a:rPr sz="1000" b="0" dirty="0">
                <a:solidFill>
                  <a:srgbClr val="111827"/>
                </a:solidFill>
              </a:rPr>
              <a:t>export for transaction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63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7D2FE"/>
                </a:solidFill>
              </a:rPr>
              <a:t>NeighborHub - Local Community Marketplace &amp; Service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5B4FC"/>
                </a:solidFill>
              </a:rPr>
              <a:t>IT Elective 2  -  Task 4 &amp; Task 5  -  Database Integration, Transactions, Reporting &amp;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Tech Stack: React 19  -  Express.js  -  MySQL  -  JWT  -  BCrypt  -  Recharts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1375</Words>
  <Application>Microsoft Office PowerPoint</Application>
  <PresentationFormat>Custom</PresentationFormat>
  <Paragraphs>211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Earl Brian Baclohan</cp:lastModifiedBy>
  <cp:revision>2</cp:revision>
  <dcterms:created xsi:type="dcterms:W3CDTF">2013-01-27T09:14:16Z</dcterms:created>
  <dcterms:modified xsi:type="dcterms:W3CDTF">2026-04-23T03:20:21Z</dcterms:modified>
  <cp:category/>
</cp:coreProperties>
</file>