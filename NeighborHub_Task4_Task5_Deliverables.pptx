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NeighborHub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D2FE"/>
                </a:solidFill>
              </a:rPr>
              <a:t>IT Elective 2  -  Task 4 &amp; Task 5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4FC"/>
                </a:solidFill>
              </a:rPr>
              <a:t>Database Integration &amp; Complex Transactions  |  Reporting &amp; 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5B4FC"/>
                </a:solidFill>
              </a:rPr>
              <a:t>April 25, 2026  &amp;  May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Local Community Marketplace and Service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Task 4: Database Integration &amp; Complex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Due: April 25,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Objective: Demonstrate relational database design and multi-entity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FK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11 tables fully linked with ON DELETE CASCADE / RESTRICT / SET NULL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JOIN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INNER JOIN and LEFT JOIN across up to 5 tables in listings, orders, and messages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DB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BEGIN / COMMIT / ROLLBACK wrapping multi-table writes in 3 critical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130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60604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Atomic operations ensure no partial inserts - rollback on any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Status: All Task 4 deliverables implemented and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- Foreign Keys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 1: database/schema.sql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11 tables with full relational integrity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36576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1965960"/>
            <a:ext cx="45720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1965960"/>
            <a:ext cx="338328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01167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01167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Foreign Key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0116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Behavior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228600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228600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331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3317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 -&gt; users(id)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256032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56032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6060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260603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category_id -&gt; categories(id)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6060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</a:rPr>
              <a:t>ON DELETE RESTRICT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283464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283464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8803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listing_images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28803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28803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0" y="310896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310896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15467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315467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reviewer_id / seller_id -&gt;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31546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38328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31920" y="338328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338328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4290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5072" y="34290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072" y="34290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ON DELETE SET 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65760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31920" y="365760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365760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7033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conversations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5072" y="37033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3703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ON DELETE SET 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93192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1920" y="393192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0" y="393192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39776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conversation_participants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05072" y="397763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conversation_id -&gt; conversations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39776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20624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31920" y="420624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03920" y="420624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425195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messages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05072" y="425195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conversation_id, sender_id -&gt; ...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7072" y="42519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48056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31920" y="448056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03920" y="448056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45262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orders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5072" y="45262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buyer_id, seller_id -&gt; users(id)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5262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754879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931920" y="4754879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03920" y="4754879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480059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orders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5072" y="480059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listing_id -&gt; listings(id)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77072" y="480059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</a:rPr>
              <a:t>ON DELETE RESTRICT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02920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31920" y="502920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03920" y="502920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7472" y="5074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notifications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05072" y="50749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 -&gt; users(id)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77072" y="5074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30352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31920" y="5303520"/>
            <a:ext cx="4572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03920" y="5303520"/>
            <a:ext cx="3383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53492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saved_listings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05072" y="53492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user_id, listing_id -&gt; ...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77072" y="5349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ON DELETE CASCADE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577840"/>
            <a:ext cx="36576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31920" y="5577840"/>
            <a:ext cx="457200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503920" y="5577840"/>
            <a:ext cx="33832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7472" y="562355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categories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05072" y="562355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parent_id -&gt; categories(id)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7072" y="56235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Self-referential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JOIN Queries - Multi-Table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 2: INNER JOIN and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Complex JOIN queries power every major feature of NeighborHub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66544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5-Table JOIN - Messages (messageController.js)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conversations -&gt; conversation_participants (x2)
-&gt; users -&gt; listings
Finds the other participant + listing context in one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66544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4-Table JOIN - Listings (listingController.js)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listings -&gt; categories (INNER)
-&gt; users (INNER)
-&gt; reviews (LEFT JOIN with AVG + COUNT)
Used by getAllListings, getListingById, getMyListings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20624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261103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3-Table JOIN - Orders (orderController.js)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orders -&gt; listings (JOIN)
-&gt; users (JOIN for buyer/seller name)
Powers both the buying and selling order 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261103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4-Table JOIN - Saved (savedController.js)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saved_listings -&gt; listings
-&gt; categories -&gt; users
Returns full listing + seller details for bookmarked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Transactions - BEGIN / COMMIT /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4 Deliverables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Three critical multi-table operations are now fully atomic - any failure triggers a complete rollback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Order Creation
orderController.js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orders
(buyer, seller, listing, qty, price)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notifications
(seller gets new-order alert)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If notification fails, the order
row is also rolled back - no
orphaned orders in the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Listing Creation
listingController.js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listings
(title, price, category, type...)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listing_images
(one row per uploaded image)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If any image insert fails, the
listing row is also removed - no
listings without their images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011680"/>
            <a:ext cx="3749039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01168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7" y="203911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Review Submission
reviewController.js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60604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651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86207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reviews
(reviewer, seller, rating, comment)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611880"/>
            <a:ext cx="34747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Step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679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INSERT INTO notifications
(seller gets review alert)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709160"/>
            <a:ext cx="3474720" cy="1554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754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Guarantee: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83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Review and notification are
always created together - never
one without the other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Task 5: Reporting and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Due: May 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Objective: Enable data-driven insights from the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665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Analytics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Line chart: Orders over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Line chart: New users over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638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Pie chart: Orders by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112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Bar chart: Listings by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0665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Summary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Total platform revenue (PHP)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163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Top 5 sellers by completed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638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KPI cards: users, listings,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112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Quick stats: verified users, admins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0624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3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Transaction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6634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Full orders table with buyer/seller/listing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0109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Filter by status (6 statuses)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35838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Export to CSV with one 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7058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JOIN across orders + users + listings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669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06240"/>
            <a:ext cx="5669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261103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User Activity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634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listings posted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0109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orders placed &amp; received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5838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Per-user: messages 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7058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  Registration date, verified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Admin Analytics - Charts &amp; Graphs (Recharts)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5: src/pages/AdminDashboard.jsx - Analytics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Orders Over 30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Line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Tracks daily order volume across the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New Users Over 30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Line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Monitors daily user registrations and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Orders by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46888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48716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Pie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7889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Visual breakdown: pending to completed to cancelled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Listings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Bar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Top 8 categories by number of active listings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Revenue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Stat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Total PHP revenue from all completed orders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206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Top 5 Sellers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572000"/>
            <a:ext cx="1005840" cy="228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Ranked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Sellers ranked by revenue from completed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Admin Reports - Transaction History &amp; User Activity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Task 5: Reporting from database with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9105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Transaction History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JOIN query across 3 tables: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orders JOIN listings JOIN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(buyer + seller in same query)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54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Columns shown in table: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 ID, Listing Title, Buyer,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Seller, Qty, Total Price, Status,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776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Filter dropdown by status: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2627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pending, confirmed, in_progress,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00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completed, cancelled, refunded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349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Export CSV button - downloads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235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current filter results as 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978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172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</a:rPr>
              <a:t>Backend: GET /api/admin/orders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557784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59105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User Activity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0574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Subquery aggregations per user: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317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listings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606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orders (buyer)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8803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orders (seller)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54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COUNT(*) FROM 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29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703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Columns shown in table: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776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Name, Email, Role, Verified,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519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Listings Posted, Orders Placed,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262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Orders Received, Messages Sent,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800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Registration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749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49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Helps identify active users,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23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  power sellers, new signups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8978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172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</a:rPr>
              <a:t>Backend: GET /api/admin/user-activity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Deliverables Checklist - Tasks 4 &amp;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</a:rPr>
              <a:t>Complete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</a:rPr>
              <a:t>NeighborHub  -  IT Elective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910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Task 4 - Database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0574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orders + notifications (atomic)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269748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listings + listing_images (atomic)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33756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01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01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Transactions: reviews + notifications (atomic)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397763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Foreign keys &amp; relationships (11 tables)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461772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8172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8172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JOIN queries - INNER JOIN and LEFT JOIN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79" y="52578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218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321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Data consistency &amp; integrity (ROLLBACK)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554480"/>
            <a:ext cx="55778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5910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Task 5 - Reporting &amp; Visualization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0574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121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121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Summary reports (revenue, top sellers, KPIs)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69748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76148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76148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Transaction history with filter by 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33756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401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401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User activity logs (listings, orders, messages)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7763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0416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Line charts - orders &amp; users over 30 days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461772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68172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681727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Pie chart - orders by 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257800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3218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21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Bar chart - listings by category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897879"/>
            <a:ext cx="5303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9618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[DONE]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961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CSV export for transaction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7D2FE"/>
                </a:solidFill>
              </a:rPr>
              <a:t>NeighborHub - Local Community Marketplace &amp; Service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5B4FC"/>
                </a:solidFill>
              </a:rPr>
              <a:t>IT Elective 2  -  Task 4 &amp; Task 5  -  Database Integration, Transactions, Reporting &amp;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Tech Stack: React 19  -  Express.js  -  MySQL  -  JWT  -  BCrypt  -  Recharts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